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Ellectric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AA"/>
                </a:solidFill>
                <a:latin typeface="Microsoft YaHei"/>
              </a:defRPr>
            </a:pPr>
            <a:r>
              <a:t>AI + 电力交易技术学习平台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从公开数据到智能交易 — 端到端电力市场 AI 技术闭环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389120"/>
            <a:ext cx="1463040" cy="3200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434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负荷预测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4389120"/>
            <a:ext cx="1463040" cy="3200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4434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电价预测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4389120"/>
            <a:ext cx="1463040" cy="3200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434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电力市场仿真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389120"/>
            <a:ext cx="1463040" cy="3200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434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强化学习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4389120"/>
            <a:ext cx="1463040" cy="3200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4434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回测引擎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4389120"/>
            <a:ext cx="1463040" cy="32004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4434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SHAP 可解释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Python 3.11+  |  XGBoost  |  Lasso  |  PPO/SAC/TD3  |  FastAPI  |  LangChain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什么是 Ellectric？目标是什么？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Ellectric = Electric + Lecture，一个动手实践型 AI + 电力交易学习平台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目标：跑通「公开电力数据接入 → 负荷/电价预测 → 电力市场仿真 → 自动交易策略」端到端技术闭环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非生产系统，教育/学习用途 — 每个模块都有详细中英双语注释和设计决策说明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渐进式学习设计：从简单的持续法基线 → XGBoost → LEAR → 强化学习 → 完整 API 服务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数据来源：Our World in Data (OWID) 全球能源数据 + 中国现货电价数据 (ZionLuo)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7472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32004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🧪 动手实践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10 个 Jupyter notebooks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788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逐步骤学习每个环节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347472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3474720"/>
            <a:ext cx="32004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📐 工程严谨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977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TimeSeriesSplit + 防泄漏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1788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Scaler fit-on-train-only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47472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3474720"/>
            <a:ext cx="32004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566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🔬 可解释性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977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SHAP + LEAR 系数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788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模型不是黑盒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四阶段渐进式演进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从数据到智能 — Phase 1 → Phase 4 技术路线图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9748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974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Phase 1: 数据管道 + XGBoost 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OWID 数据自动拉取（三级回退）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数据清洗管道（缺失/异常/时区）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68296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三级渐进式特征工程 (Tier 1-3)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946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XGBoost 负荷预测 (MAE/RMSE)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063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TimeSeriesSplit 防时序泄露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463040"/>
            <a:ext cx="269748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463040"/>
            <a:ext cx="2697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Phase 2: 电价预测 + 市场仿真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9659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LEAR 电价预测 (Lasso L1 正则化)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16712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中国现货电价数据接入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68296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ASSUME 多智能体市场仿真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56946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有功出清 + 利润结算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77063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3 种预设场景(夏季高峰/大风)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63040"/>
            <a:ext cx="269748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463040"/>
            <a:ext cx="26974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Microsoft YaHei"/>
              </a:defRPr>
            </a:pPr>
            <a:r>
              <a:t>Phase 3: RL 交易 + 回测 + 可解释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Gymnasium 电力交易环境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6712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PPO / TD3 / SAC 三种 RL 算法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68296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多策略回测引擎 (BacktestRunner)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56946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SHAP 特征重要性瀑布图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7063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Diebold-Mariano 统计检验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1463040"/>
            <a:ext cx="269748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98280" y="1463040"/>
            <a:ext cx="269748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Phase 4: API / CLI / LLM 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19659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FastAPI REST 服务 (6 端点)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16712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Typer CLI 命令行工具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368296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LangChain + DeepSeek 对话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56946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SSE 流式 Chat 接口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77063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三明治架构：API/CLI/LLM → Service →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完整流程架构图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端到端数据流 — 从原始数据到自动交易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71600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接入层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AA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48132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FastAPI REST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48132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Typer CLI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48132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LangChain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40280"/>
            <a:ext cx="13716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服务层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C3AED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235000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0280" y="2441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handlers.py (4函数)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35000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441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schemas.py (Pydantic v2)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235000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2441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延迟导入安全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08960"/>
            <a:ext cx="137160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交易层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21868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40280" y="3310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ElectricityMarketEnv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321868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3310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PPO/SAC/TD3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321868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3310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BacktestRunner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77639"/>
            <a:ext cx="1371600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1605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预测层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57199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9731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03120" y="4087367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40280" y="4178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XGBoost → 负荷预测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4087367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4178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LEAR (Lasso) → 电价预测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4087367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4178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Persistence 基线对比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846320"/>
            <a:ext cx="1371600" cy="685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特征层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440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495604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40280" y="5047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Tier 1: 5个核心特征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0" y="495604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5047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Tier 2: 节假日+周滞后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495604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1080" y="5047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Tier 3: 滚动统计+循环编码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715000"/>
            <a:ext cx="1371600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897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582472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40280" y="5916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OWIDChinaLoader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0" y="582472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40680" y="5916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PriceDataLoader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03920" y="5824728"/>
            <a:ext cx="3017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41080" y="5916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clean_data() 清洗管道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OWID GitHub → DataLoader → Cleaner → FeatureEngineer → XGBoost/LEAR → Gym Env → RL Agent → Backtest → SHAP → API/CLI/LLM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数据接入层 — 电力数据从哪来？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OWID 全球能源数据 + 中国现货电价数据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4754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🌍 OWIDChinaLoader — 全球能源数据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数据源: Our World in Data (owid-energy-data.csv, ~25MB)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三级回退策略: CDN → GitHub raw → 本地Parquet缓存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7685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流式解析: csv.DictReader 逐行过滤 iso_code='CHN'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7802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时间范围: 2000-2025, 频率: 年级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TWh → 日均 MW: generation_twh × 1e6 / 365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提取字段: 发电量/用电量/煤电/气电/风电/光伏/水电/核电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328269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核心列: timestamp (UTC) + load_mw (MW) +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8386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抽象基类 DataLoader (ABC):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850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load_data(start, end) → DataFrame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get_metadata() → {source, version, rows}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4864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⚡ PriceDataLoader — 中国现货电价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745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数据源: ZionLuo/Electricity-Price-Forecasting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756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文件格式: .xlsx (Excel 文件)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7685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中文列名 → 英文列名自动映射 (7组映射)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7802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400800" y="26791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7 列输出: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880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timestamp  — 时间 (1h 粒度)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0815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price_da   — 日前价格 (元/MWh)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28269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price_rt   — 实时价格 (元/MWh)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4838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load_mw    — 负荷 (MW)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68503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wind_mw    — 风电出力 (MW)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86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solar_mw   — 光伏出力 (MW)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873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tie_line_mw — 省间联络线功率 (MW)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885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6400800" y="448970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独立加载器，不继承 DataLoader (列集不同)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数据清洗管道 — 脏数据 → 干净数据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clean_data() 四步清洗 + validate_schema() 质量检查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Microsoft YaHei"/>
              </a:defRPr>
            </a:pPr>
            <a:r>
              <a:t>1. 列验证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6974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6974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检查 REQUIRED_COLUMNS</a:t>
            </a:r>
            <a:br/>
            <a:r>
              <a:t>= {timestamp, load_mw}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检查 REQUIRED_COLUMNS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= {timestamp, load_mw}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2697480" cy="137160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2697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设计原理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缺少必须列直接报错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4456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Fail Fast 原则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Microsoft YaHei"/>
              </a:defRPr>
            </a:pPr>
            <a:r>
              <a:t>2. 缺失值填充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828800"/>
            <a:ext cx="26974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1828800"/>
            <a:ext cx="26974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9202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ffill() + bfill()</a:t>
            </a:r>
            <a:br/>
            <a:r>
              <a:t>时序连续性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317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ffill() + bfill()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53288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时序连续性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840480"/>
            <a:ext cx="2697480" cy="137160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3840480"/>
            <a:ext cx="2697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931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设计原理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3434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利用电力数据时间连续性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54456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前向填充优先，后向兜底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Microsoft YaHei"/>
              </a:defRPr>
            </a:pPr>
            <a:r>
              <a:t>3. 异常值检测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828800"/>
            <a:ext cx="26974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828800"/>
            <a:ext cx="26974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9202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IQR 方法 (Tukey's fences)</a:t>
            </a:r>
            <a:br/>
            <a:r>
              <a:t>1.5x 倍数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317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IQR 方法 (Tukey's fences)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3288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1.5x 倍数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40480"/>
            <a:ext cx="2697480" cy="137160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840480"/>
            <a:ext cx="2697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931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设计原理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434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⚠️ 只报告不删除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54456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尖峰=信号(极端天气/事件)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Microsoft YaHei"/>
              </a:defRPr>
            </a:pPr>
            <a:r>
              <a:t>4. 时区标准化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1828800"/>
            <a:ext cx="26974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1828800"/>
            <a:ext cx="26974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19202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无时区 → UTC</a:t>
            </a:r>
            <a:br/>
            <a:r>
              <a:t>非 UTC → 转 UTC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23317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无时区 → UTC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253288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非 UTC → 转 UTC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3840480"/>
            <a:ext cx="2697480" cy="137160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98280" y="3840480"/>
            <a:ext cx="2697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0" y="3931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设计原理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3434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所有时间戳统一 UTC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54456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数据合约强制要求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5486400"/>
            <a:ext cx="112471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📊 get_data_quality_score() — 0-100 数据质量评分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98932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缺失率 (40分) + 时序连续性 (30分) + 异常值比率 (30分)  →  综合质量评分 → 日志告警阈值 60分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特征工程 — 渐进式三级特征体系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将领域知识编码为机器学习可理解的数字特征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🔮 负荷预测特征 (FeatureEngineer)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Tier 1 · 5 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hour, day_of_week, month, is_weekend, lag_24h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核心: 日内周期 + 季节 + 持续法基础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Microsoft YaHei"/>
              </a:defRPr>
            </a:pPr>
            <a:r>
              <a:t>Tier 2 · 7 特征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+ is_holiday, lag_168h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中级: 节假日模式 + 周周期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73152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Tier 3 · 11 特征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+ rolling_mean_24h, rolling_std_24h, hour_sin, hour_cos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高级: 滚动统计 + sin/cos 循环编码 (保持 23→0 连续性)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💰 电价预测特征 (LEAR add_price_features)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828800"/>
            <a:ext cx="73152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Tier 1 · 6 特征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hour, day_of_week, month, is_weekend, lag_24h_price, lag_168h_price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926080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Microsoft YaHei"/>
              </a:defRPr>
            </a:pPr>
            <a:r>
              <a:t>Tier 2 · 11 特征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+ lag_24h_load, lag_24h_wind, lag_24h_solar, rolling_mean/std_24h_price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023360"/>
            <a:ext cx="73152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Tier 3 · 14 特征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+ hour_sin, hour_cos, price_trend_7d (168h 滚动均值)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11247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949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🔑 关键设计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0644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循环编码 (hour_sin/cos): 将 0-23 映射到单位圆，保持 23:00 和 00:00 在数值上的相邻关系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0760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级联补齐: 调用 Tier 3 时自动检测并补齐 Tier 1-2 缺失特征，调用者无需关心依赖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负荷预测引擎 — XGBoost + TimeSeriesSplit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为什么选 XGBoost？梯度提升原理 + 防时序泄露设计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🧠 XGBoost 梯度提升原理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1. 从最简单的预测开始 (如均值)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2. 计算残差 = 实际值 - 当前预测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7685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3. 训练一棵新决策树来预测这些残差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7802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4. 把新树的预测加到原来的预测上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5. 重复 2-4，每次新树修正前一轮错误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最终预测 = Tree₁ + Tree₂ + ... + Treeₙ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8269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34838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参数: n_estimators=100, max_depth=6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8503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  learning_rate=0.1, subsample=0.8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  colsample_bytree=0.8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303520" cy="2743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53035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🛡️ 防时序泄露 — 关键保证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745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TimeSeriesSplit(n_splits=5, gap=24):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07568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训练: [2015...2017] → 测试: [2018]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27685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训练: [2015...2018] → 测试: [2019]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47802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永远过去预测未来!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67919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583680" y="28803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gap=24 参数: 训练/测试间隔 24 小时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0815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防止 lag_24h 跨越训练/测试边界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28269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583680" y="348386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StandardScaler 只在训练集 fit: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6850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fold 内 scaler.fit(X_train)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8862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→ transform(X_test)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08736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绝不 fit_transform() 全量数据!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89120"/>
            <a:ext cx="530352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389120"/>
            <a:ext cx="53035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✅ XGBoost 在电力负荷预测的优势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892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内置特征重要性 → 训练完就知道哪些特征有效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0932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原生处理缺失值 → 电力数据常有缺失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29437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L1/L2 正则化防过拟合 → 比深度学习更稳健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9554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CPU 优化 → 不需要 GPU，速度快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6967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Kaggle 能源预测竞赛长期霸榜 → 工业验证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389120"/>
            <a:ext cx="530352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4389120"/>
            <a:ext cx="5303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📏 持续法基线 — 衡量一切的标尺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892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persistence_forecast(df):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0932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forecast[t] = actual[t - 24h]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29437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6583680" y="549554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为什么是 24 小时？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6967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电力负荷有极强日周期 (Diurnal Cycle)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897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昨天下午 3 点 ≈ 今天下午 3 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609904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6583680" y="630021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如果 XGBoost MAE &gt; 持续法 MAE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650138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→ 特征工程或模型选择有问题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电价预测引擎 — LEAR (Lasso Estimated AutoRegressive)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为什么用 Lasso 而不是 XGBoost？线性模型的可解释性优势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📐 Lasso (L1 正则化) 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损失函数 = MSE + α × Σ|βᵢ|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227685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α (alpha) 控制正则化强度: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7802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α=0   → 普通最小二乘, 可能过拟合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α 适中 → 部分系数压缩到零 (自动特征选择)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α 过大 → 所有系数为零 (欠拟合)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328269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LEAR = Lasso Estimated AutoRegressive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838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来源: Lago et al., 2021, Applied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8503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特征重要性 = 系数绝对值 |βᵢ|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873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正系数 (蓝色): 特征 ↑ → 价格 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885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负系数 (红色): 特征 ↑ → 价格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970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未显示的特征: 系数被 L1 压缩为零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371600"/>
            <a:ext cx="5303520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371600"/>
            <a:ext cx="5303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Microsoft YaHei"/>
              </a:defRPr>
            </a:pPr>
            <a:r>
              <a:t>⚖️ LEAR vs XGBoost — 互补关系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8745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XGBoost (负荷预测):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07568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树模型 → 自动捕捉非线性交互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27685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黑盒 → 难以解释每个特征的边际影响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47802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适合: 负荷预测 (强非线性日周期)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67919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583680" y="28803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LEAR/Lasso (电价预测):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815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线性模型 → 系数 = 边际影响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28269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白盒 → 每个特征的经济含义清晰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48386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适合: 电价预测 (LEAR 精度经同行评审验证)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6850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6583680" y="38862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在电价预测中 LEAR 通常 ≥ 复杂 DL 模型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572000"/>
            <a:ext cx="11247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🔬 LEAR 特征系数可视化 — plot_coefficients()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07492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lag_24h_price: 最强预测因子 — 昨天同时刻价格是最好的起点 (日周期锚定)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27608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lag_168h_price: 上周同时刻 — 捕捉周模式 (周末 vs 工作日电价差)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47725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lag_24h_load: 负荷滞后 — 负荷增加通常推高电价 (供需关系)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678424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hour_sin/cos: 小时循环编码 — 保持早晚高峰的连续过渡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7959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price_trend_7d: 7日价格趋势 — 捕捉中长期价格方向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电力市场仿真 — ASSUME 框架 + 内置回退引擎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多智能体竞价 → Merit Order 出清 → 结算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🏭 仿真流程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1. 读取 YAML 配置文件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default / summer_peak / wind_high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7685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247802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2. 构建发电机组: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按燃料类型+边际成本分组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煤(50GW) 风(20GW) 光(15GW) 气(10GW) 储(5GW)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328269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3. 生成负荷曲线: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838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正弦日负荷 (峰15:00, 谷03:00)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8503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叠加高斯噪声模拟真实波动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0080" y="40873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4. Merit Order 经济调度: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885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新能源优先 (边际成本≈0)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970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→ 火电按成本从低到高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087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→ 出清价 = 最后一台机组边际成本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371600"/>
            <a:ext cx="5303520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53035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📊 输出与场景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8745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4 个输出文件: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07568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clearing_prices.csv   — 每小时出清价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27685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dispatch.csv          — 各机组调度量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47802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agent_profits.csv     — 各参与者利润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67919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simulation_metadata.json — 仿真元信息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8803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583680" y="30815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3 种预设场景: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28269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default:     煤50 + 风20 + 光15 + 气10 + 储5 (GW)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48386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summer_peak: 需求 96GW, 增加气电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6850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wind_high:   风电 30GW, 减少煤电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8862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583680" y="408736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ASSUME 框架 vs 内置引擎: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28853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已安装 → assume.World 多智能体仿真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48970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未安装 → run_builtin_simulation()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846320"/>
            <a:ext cx="112471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9377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💡 关键简化 — 价格接受者模型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34924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本项目的仿真采用价格接受者 (Price Taker) 假设: 单个交易者投标量不影响出清价格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55040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出清价来自历史数据 (price_da) 或仿真计算 — 这简化了市场博弈，聚焦于智能体投标策略学习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75157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真实电力市场通常是寡头博弈 → 更复杂的均衡求解或强化学习多智能体博弈 (超出学习范围)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强化学习交易环境 — ElectricityMarketEnv + RL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Gymnasium 强化学习 → PPO/TD3/SAC → 自动投标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👁️ 观测空间 (Dict)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load_forecast_24h   (24,)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→ XGBoost 预测未来 24h 负荷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768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price_forecast_24h  (24,)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780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→ LEAR 预测未来 24h 电价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time_features        (4,)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→ hour+day_of_week sin/cos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price_history_168h   (168,)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8269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→ 过去 7 天电价历史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8386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account_state        (2,)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850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→ [现金, 进度%]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371600"/>
            <a:ext cx="3657600" cy="2743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371600"/>
            <a:ext cx="3657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Microsoft YaHei"/>
              </a:defRPr>
            </a:pPr>
            <a:r>
              <a:t>🎯 动作空间 + 出清逻辑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874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动作: Box(0, 1, (24,))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0756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归一化投标量 ∈ [0,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2768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实际MW = action × max_capacity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4780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572000" y="26791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出清逻辑 (价格接受者):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cleared = min(bid_mw, actual_load)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0815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0" y="328269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P&amp;L = -|bid - actual| × price / 1000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48386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572000" y="36850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3 种内置奖励函数: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886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profit_only  — 仅总盈亏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0873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risk_adjusted — 盈亏 - 1×σ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28853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volume_penalty — 盈亏 - 过量惩罚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371600"/>
            <a:ext cx="3383280" cy="2743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1371600"/>
            <a:ext cx="33832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🤖 三种 RL 算法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1874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PPO (Proximal Policy Optimization):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0756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On-policy, 稳定性好, 最推荐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227685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8503920" y="24780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TD3 (Twin Delayed DDPG):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26791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Off-policy, 连续动作空间优化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880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双 Q 网络减少过估计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30815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8503920" y="328269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SAC (Soft Actor-Critic):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48386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Off-policy, 最大熵探索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3685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自动温度参数调节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886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8503920" y="408736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统一接口: BaseRLAgent (ABC)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428853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工厂: RLAgentFactory.create()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4389120"/>
            <a:ext cx="11247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4805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🔄 训练流程 — RL Agent 学习投标策略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89204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step 1: env.reset() → 初始观测              step 3: 出清 + 计算奖励              step 5: 终止？→ 下一回合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09320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step 2: agent.predict(obs) → 24 维投标动作   step 4: env.step(action) → 下一观测    重复 10000+ timesteps → 收敛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回测引擎 — 历史数据回放 + 多策略对比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BacktestRunner: 在历史数据上「重演」交易策略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📏 三种基线策略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持续法 (Persistence):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bid[t] = 24h前实际负荷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768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代表传统调度员的直觉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780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均值法 (Mean):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bid[t] = 过去168h (7天) 均值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代表简单统计方法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8269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348386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先知 (Oracle):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850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bid[t] = 实际负荷 (完美预见)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代表理论上界 — 不可能超越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371600"/>
            <a:ext cx="365760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371600"/>
            <a:ext cx="3657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Microsoft YaHei"/>
              </a:defRPr>
            </a:pPr>
            <a:r>
              <a:t>🔄 回放流程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874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1. 确定策略 (基线 or RL Agent)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0756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2. 对齐负荷+价格数据时间范围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2768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3. 创建 ElectricityMarketEnv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4780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4. 逐 24h 块回放: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6791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action = strategy(env, 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→ env.step(action)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0815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→ 记录每笔交易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28269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5. 输出 hourly records DataFrame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1371600"/>
            <a:ext cx="338328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1371600"/>
            <a:ext cx="33832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463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📊 多策略对比指标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874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compare(results) 返回: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0756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总收益 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27685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夏普比率 Sharpe 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4780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 = mean/σ × √8760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26791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胜率 Win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880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 = P&amp;L&gt;0 的比例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0815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最大回撤 Max Drawdown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28269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交易次数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931920"/>
            <a:ext cx="112471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0233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📈 累计 P&amp;L 叠加图 — plot_comparison()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43484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多策略累计盈亏曲线叠加在同一图表中，纵轴=累计P&amp;L，横轴=时间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63600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Oracle (先知): 用真实负荷投标 → 完美 → 理论上界 (不可能被超越)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83717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Persistence (持续法): t-24h 作为今日投标 → 传统调度基准 → 智能体至少应该优于它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038344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RL Agent (PPO/TD3/SAC): 训练后自主投标 → 在 Oracle 和 Persistence 之间 → 越接近 Oracle 越好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23951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颜色: 蓝(先知) 橙(持续法) 绿(PPO) 红(TD3) 紫(SAC) — 多头对比一目了然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模型可解释性 + 统计检验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SHAP 博弈论解释 + Diebold-Mariano 显著性检验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🎯 SHAP — Shapley Additive Explanations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基于博弈论 Shapley 值: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prediction = base_value + Σ shap_valueᵢ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7685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247802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TreeExplainer (XGBoost):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精确计算每棵树中每个特征的边际贡献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输出: 水平柱状瀑布图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红色 → 特征推高预测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8269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蓝色 → 特征拉低预测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838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368503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LinearExplainer (LEAR/Lasso):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利用回归系数直接计算 SHAP 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873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42885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feature_importance_ranking():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970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跨模型 (XGBoost vs LEAR) 特征排名对比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371600"/>
            <a:ext cx="5303520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371600"/>
            <a:ext cx="5303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📐 Diebold-Mariano + Giacomini-White 检验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8745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DM 检验 (Diebold &amp; Mariano, 1995):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07568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比较两个预测模型的损失差异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27685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H₀: 两模型预测精度无显著差异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47802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 &lt; 0.05 → 拒绝 H₀ → 显著差异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67919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583680" y="28803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GW 检验 (Giacomini &amp; White, 2006):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815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DM 检验的推广 — 条件预测能力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28269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同时检查无条件 + 条件预测准确性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48386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583680" y="36850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对比: 中国 LEAR vs 5 个基准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8862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EPEX-BE/FR/DE, NordPool, PJM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08736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结论: 统计量化"LEAR 是否真正领先"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846320"/>
            <a:ext cx="11247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9377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💡 为什么需要 SHAP + 统计检验？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34924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MAE 告诉你模型有多准，SHAP 告诉你模型为什么这样预测 — 两者互补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55040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SHAP waterfall 图可以解释单个时刻的预测: "为什么预测 14:00 负荷这么高？→ 因为 lag_24h=高 + hour_sin=正"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5157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DM/GW 检验提供统计置信度: "LEAR 的 MAE 比 XGBoost 低 5%，这个差异是显著的还是随机波动？"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三层接口 — FastAPI + CLI + LangChain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三明治架构: API/CLI/LLM → Service →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3657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🌐 FastAPI REST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6 个端点: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GET  /health    → 健康检查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7685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POST /predict   → 负荷/电价预测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7802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POST /simulate  → 电力市场仿真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POST /backtest  → 历史回测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POST /explain   → SHAP 可解释性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POST /chat/stream → SSE 流式对话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8269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GET  /           → 静态聊天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8386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36850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启动: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uvicorn ellectric.api.server:app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873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--host 0.0.0.0 --port 8000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371600"/>
            <a:ext cx="3657600" cy="3657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1371600"/>
            <a:ext cx="3657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💻 Typer CLI 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874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5 个子命令: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0756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forecast load 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2768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→ 未来 24h 负荷预测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4780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simulate summer_peak --days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6791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→ 夏季高峰 7 天仿真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backtest 2022-08-01 2022-08-31 ppo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0815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→ 8月 PPO 策略回测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28269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explain xgboost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48386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→ 第 0 个样本 SHAP 解释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6850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ask "昨天峰值负荷？"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886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→ LLM 自然语言查询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0873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389120" y="428853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支持 --json 输出 + rich 表格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1371600"/>
            <a:ext cx="3566160" cy="3657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1371600"/>
            <a:ext cx="3566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🤖 LangChain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1874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LLM: DeepSeek Chat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0756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兼容 OpenAI SDK 格式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2768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model: deepseek-v4-flash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4780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temperature: 0.3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6791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832104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3 个 Tool 函数: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081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query_forecast()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2826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→ 调用 /predict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4838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run_simulation()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6850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→ 调用 /simulate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3886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run_backtest()   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0873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→ 调用 /backtest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2885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8321040" y="448970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SSE 流式: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6908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astream_events() → token 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5303520"/>
            <a:ext cx="11247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3949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🏗️ 三明治架构: API / CLI / LLM → handlers.py (4个函数) → Pipeline (12个模块) → 模型/数据文件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80644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所有接入层通过统一的 Service 层 (handlers) 调用 Pipeline — 延迟导入安全，允许部分模块不可用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技术栈全景图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Ellectric 使用的所有技术及版本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2103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974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📦 数据处理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pandas 3.0.x</a:t>
            </a:r>
            <a:br/>
            <a:r>
              <a:t>  numpy ≥2.0.0</a:t>
            </a:r>
            <a:br/>
            <a:r>
              <a:t>  pyarrow 22.0</a:t>
            </a:r>
            <a:br/>
            <a:r>
              <a:t>  urllib+csv (stdlib)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97480" cy="2103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97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4630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🧠 机器学习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8745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scikit-learn 1.8.0</a:t>
            </a:r>
            <a:br/>
            <a:r>
              <a:t>  xgboost 3.2.0</a:t>
            </a:r>
            <a:br/>
            <a:r>
              <a:t>  shap</a:t>
            </a:r>
            <a:br/>
            <a:r>
              <a:t>  joblib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2103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Microsoft YaHei"/>
              </a:defRPr>
            </a:pPr>
            <a:r>
              <a:t>🎮 强化学习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stable-baselines3</a:t>
            </a:r>
            <a:br/>
            <a:r>
              <a:t>  gymnasium</a:t>
            </a:r>
            <a:br/>
            <a:r>
              <a:t>  PPO / SAC / TD3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371600"/>
            <a:ext cx="2697480" cy="2103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269748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630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📊 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8745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plotly 6.7.0</a:t>
            </a:r>
            <a:br/>
            <a:r>
              <a:t>  Jupyter 1.1.1</a:t>
            </a:r>
            <a:br/>
            <a:r>
              <a:t>  10 个渐进式 notebooks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2697480" cy="2103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2697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🏭 仿真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ASSUME 0.6.0</a:t>
            </a:r>
            <a:br/>
            <a:r>
              <a:t>  Merit Order 内置引擎</a:t>
            </a:r>
            <a:br/>
            <a:r>
              <a:t>  YAML 场景配置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840480"/>
            <a:ext cx="2697480" cy="2103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840480"/>
            <a:ext cx="26974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3931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🌐 Web + CLI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3434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FastAPI 0.136.x</a:t>
            </a:r>
            <a:br/>
            <a:r>
              <a:t>  Pydantic v2 (Rust后端)</a:t>
            </a:r>
            <a:br/>
            <a:r>
              <a:t>  Typer</a:t>
            </a:r>
            <a:br/>
            <a:r>
              <a:t>  uvicorn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40480"/>
            <a:ext cx="2697480" cy="2103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840480"/>
            <a:ext cx="2697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931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🤖 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434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LangChain 1.3.x</a:t>
            </a:r>
            <a:br/>
            <a:r>
              <a:t>  DeepSeek v4-flash</a:t>
            </a:r>
            <a:br/>
            <a:r>
              <a:t>  httpx</a:t>
            </a:r>
            <a:br/>
            <a:r>
              <a:t>  SSE 流式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840480"/>
            <a:ext cx="2697480" cy="2103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3840480"/>
            <a:ext cx="26974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3931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Microsoft YaHei"/>
              </a:defRPr>
            </a:pPr>
            <a:r>
              <a:t>📐 统计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3434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epftoolbox (git)</a:t>
            </a:r>
            <a:br/>
            <a:r>
              <a:t>  Diebold-Mariano 检验</a:t>
            </a:r>
            <a:br/>
            <a:r>
              <a:t>  Giacomini-White 检验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算法选择原因 — 为什么是这个组合？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每个技术选型背后的设计决策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5778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💡 XGBoost 负荷预测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梯度提升树是表格数据的 SOTA。Kaggle 能源预测竞赛长期霸榜。原生处理缺失值，内置特征重要性。比深度学习更稳健 (小样本友好)，CPU 优化不需要 GPU。TimeSeriesSplit 防泄漏设计成熟。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5778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5778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💡 LEAR/Lasso 电价预测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LEAR 是电力日前价格预测的标准基准方法 (Lago et al., 2021)。Lasso 的 L1 正则化自动特征选择，系数可直接解释为边际经济影响 — 这在电价预测中比黑盒精度更重要。与 XGBoost 形成互补教学对比。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55778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5577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97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Microsoft YaHei"/>
              </a:defRPr>
            </a:pPr>
            <a:r>
              <a:t>💡 PPO 强化学习 (首选)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PPO 是连续控制任务的工业标准 (OpenAI Five, ChatGPT RLHF)。On-policy → 稳定性好，不易发散。clipping 机制防止策略突变。SAC/TD3 作为备选算法提供对比学习价值。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06040"/>
            <a:ext cx="55778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06040"/>
            <a:ext cx="557784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97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💡 Plotly 而非 Matplotlib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089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Plotly 生成交互式图表: 悬停查看精确数值、框选放大、双击重置 — 对电力数据探索至关重要。Jupyter 中自动渲染。时间序列叠加图 + 误差直方图 + P&amp;L 曲线子图组合远超静态图片的效果。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55778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55778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💡 FastAPI + Pydantic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FastAPI 是 Python 最快 REST 框架之一 (Starlette + Pydantic)。Pydantic v2 用 Rust 重写核心，数据校验零开销。自动生成 OpenAPI/Swagger 文档。异步支持 SSE 流式对话。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55778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840480"/>
            <a:ext cx="55778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💡 TimeSeriesSplit 不随机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434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普通 KFold 随机分割会引入未来信息泄露 (用 2023 数据预测 2021)。TimeSeriesSplit 保证时序: 永远过去预测未来。gap=24 参数额外保护 lag 特征不跨越训练/测试边界。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74920"/>
            <a:ext cx="55778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074920"/>
            <a:ext cx="55778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66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💡 三明治架构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778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API/CLI/LLM 三层平行接入同一 Service 层 → 避免代码重复。Service 层延迟导入 Pipeline → 模块间无循环依赖，部分模块不可用时不影响其他功能。清晰的职责分离。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074920"/>
            <a:ext cx="55778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5074920"/>
            <a:ext cx="55778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166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💡 异常值保留不删除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5778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电力负荷尖峰是有效信号: 极端天气/寒潮/重大活动导致的负荷突变不应自动剔除。IQR 检测仅报告 → 数据质量透明，让使用者(人/模型)自行决定如何处理。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A"/>
                </a:solidFill>
                <a:latin typeface="Microsoft YaHei"/>
              </a:defRPr>
            </a:pPr>
            <a:r>
              <a:t>Ellectric — AI + 电力交易技术学习平台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数据 → 特征 → 预测 → 仿真 → 交易 → 解释 → 问答  |  端到端技术闭环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Microsoft YaHei"/>
              </a:defRPr>
            </a:pPr>
            <a:r>
              <a:t>核心要点回顾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18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电力数据: OWID 全球年数据 (自动拉取) + 中国现货电价小时数据 (本地 xlsx)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负荷预测: XGBoost + TimeSeriesSplit 防时序泄露 + 持续法基线对比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电价预测: LEAR (Lasso L1 正则化) — 可解释且精度经同行评审验证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市场仿真: ASSUME 多智能体框架 + Merit Order 内置回退引擎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交易策略: PPO/TD3/SAC 三种 RL 算法 + 多策略回测对比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模型解释: SHAP TreeExplainer + DM/GW 统计显著性检验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服务接口: FastAPI REST + Typer CLI + LangChain/DeepSeek 自然语言对话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渐进式学习: 10 个 Jupyter notebooks 按 pipeline 顺序逐步推进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21792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Python 3.11+ | XGBoost 3.2.0 | scikit-learn 1.8.0 | stable-baselines3 | FastAPI 0.136.x | LangChain 1.3.x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